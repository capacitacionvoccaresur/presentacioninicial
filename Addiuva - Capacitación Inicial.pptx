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Edward Morales\Documents\Proyectos\Presentación inicial\slides\Capacitación Inicial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Edward Morales\Documents\Proyectos\Presentación inicial\slides\Capacitación Inicial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Edward Morales\Documents\Proyectos\Presentación inicial\slides\Capacitación Inicial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Edward Morales\Documents\Proyectos\Presentación inicial\slides\Capacitación Inicial-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Edward Morales\Documents\Proyectos\Presentación inicial\slides\Capacitación Inicial-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Edward Morales\Documents\Proyectos\Presentación inicial\slides\Capacitación Inicial-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Edward Morales\Documents\Proyectos\Presentación inicial\slides\Capacitación Inicial-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Edward Morales\Documents\Proyectos\Presentación inicial\slides\Capacitación Inicial-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Edward Morales\Documents\Proyectos\Presentación inicial\slides\Capacitación Inicial-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Edward Morales\Documents\Proyectos\Presentación inicial\slides\Capacitación Inicial-1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Edward Morales\Documents\Proyectos\Presentación inicial\slides\Capacitación Inicial-1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Edward Morales\Documents\Proyectos\Presentación inicial\slides\Capacitación Inicial-1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Edward Morales\Documents\Proyectos\Presentación inicial\slides\Capacitación Inicial-1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Edward Morales\Documents\Proyectos\Presentación inicial\slides\Capacitación Inicial-2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Edward Morales\Documents\Proyectos\Presentación inicial\slides\Capacitación Inicial-2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Edward Morales\Documents\Proyectos\Presentación inicial\slides\Capacitación Inicial-2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Edward Morales\Documents\Proyectos\Presentación inicial\slides\Capacitación Inicial-2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Edward Morales\Documents\Proyectos\Presentación inicial\slides\Capacitación Inicial-2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Edward Morales\Documents\Proyectos\Presentación inicial\slides\Capacitación Inicial-3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2026-10-06T01:17:44Z</dcterms:created>
  <dcterms:modified xsi:type="dcterms:W3CDTF">2026-10-06T01:17:44Z</dcterms:modified>
</cp:coreProperties>
</file>